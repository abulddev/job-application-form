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 snapToObjects="1">
      <p:cViewPr>
        <p:scale>
          <a:sx n="78" d="100"/>
          <a:sy n="78" d="100"/>
        </p:scale>
        <p:origin x="1116" y="-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436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49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17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65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01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88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38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978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32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0594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52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3657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22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505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66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02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2615" y="540884"/>
            <a:ext cx="6186035" cy="2109456"/>
          </a:xfrm>
        </p:spPr>
        <p:txBody>
          <a:bodyPr/>
          <a:lstStyle/>
          <a:p>
            <a:r>
              <a:rPr lang="en-US" dirty="0"/>
              <a:t>How AI is helpful </a:t>
            </a:r>
            <a:r>
              <a:rPr dirty="0"/>
              <a:t>in Banking</a:t>
            </a:r>
            <a:r>
              <a:rPr lang="en-US" dirty="0"/>
              <a:t> ?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2615" y="3397910"/>
            <a:ext cx="6186035" cy="2109456"/>
          </a:xfrm>
        </p:spPr>
        <p:txBody>
          <a:bodyPr>
            <a:normAutofit/>
          </a:bodyPr>
          <a:lstStyle/>
          <a:p>
            <a:pPr algn="just"/>
            <a:r>
              <a:rPr lang="en-US" sz="2000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 can make banking faster, safer, smarter, and more cost-efficient. We are going to discuss, practical breakdown of how AI is helpful in the for your Banking System.</a:t>
            </a:r>
          </a:p>
          <a:p>
            <a:pPr algn="just"/>
            <a:endParaRPr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Fraud Detection &amp;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05232"/>
            <a:ext cx="6347714" cy="4336131"/>
          </a:xfrm>
        </p:spPr>
        <p:txBody>
          <a:bodyPr/>
          <a:lstStyle/>
          <a:p>
            <a:r>
              <a:rPr dirty="0"/>
              <a:t>Real-time analysis of millions of transactions</a:t>
            </a:r>
          </a:p>
          <a:p>
            <a:pPr lvl="1"/>
            <a:r>
              <a:rPr lang="en-US" dirty="0"/>
              <a:t>AI analyzes millions of transactions in real time and detects unusual patterns.</a:t>
            </a:r>
          </a:p>
          <a:p>
            <a:pPr lvl="1"/>
            <a:r>
              <a:rPr dirty="0"/>
              <a:t>Flags suspicious spending and blocks fraud</a:t>
            </a:r>
          </a:p>
          <a:p>
            <a:pPr lvl="1"/>
            <a:r>
              <a:rPr lang="en-US" dirty="0"/>
              <a:t>Protects customers from scams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Benefits</a:t>
            </a:r>
          </a:p>
          <a:p>
            <a:pPr lvl="1"/>
            <a:r>
              <a:rPr lang="en-US" dirty="0"/>
              <a:t>Reduces financial loss and increases trust.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Customer Support (Chatbots)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24/7 customer assistance</a:t>
            </a:r>
          </a:p>
          <a:p>
            <a:pPr lvl="1"/>
            <a:r>
              <a:rPr dirty="0"/>
              <a:t>Handles balance inquiries, card activation, loan status</a:t>
            </a:r>
          </a:p>
          <a:p>
            <a:pPr lvl="1"/>
            <a:r>
              <a:rPr dirty="0"/>
              <a:t>Speeds up</a:t>
            </a:r>
            <a:r>
              <a:rPr lang="en-US" dirty="0"/>
              <a:t> dispute resolution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Benefits</a:t>
            </a:r>
          </a:p>
          <a:p>
            <a:pPr lvl="1"/>
            <a:r>
              <a:rPr lang="en-US" dirty="0"/>
              <a:t>Less waiting time + reduced workload for call centers.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 &amp; Credit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Analyzes income, behavior, transaction history</a:t>
            </a:r>
          </a:p>
          <a:p>
            <a:pPr lvl="1"/>
            <a:r>
              <a:rPr dirty="0"/>
              <a:t>Accurate credit scoring</a:t>
            </a:r>
          </a:p>
          <a:p>
            <a:pPr lvl="1"/>
            <a:r>
              <a:rPr dirty="0"/>
              <a:t>Faster loan approvals</a:t>
            </a:r>
          </a:p>
          <a:p>
            <a:pPr lvl="1"/>
            <a:r>
              <a:rPr dirty="0"/>
              <a:t>Lower NPAs by identifying risky borrowers</a:t>
            </a: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Benefits</a:t>
            </a:r>
          </a:p>
          <a:p>
            <a:pPr lvl="1"/>
            <a:r>
              <a:rPr lang="en-US" dirty="0"/>
              <a:t>Better loan quality + low NPAs (Non-Performing Assets).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RPA = Operational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Automates KYC, account opening, verification</a:t>
            </a:r>
          </a:p>
          <a:p>
            <a:pPr lvl="1"/>
            <a:r>
              <a:rPr lang="en-US" dirty="0"/>
              <a:t>Enhances compliance checks</a:t>
            </a:r>
          </a:p>
          <a:p>
            <a:pPr lvl="1"/>
            <a:r>
              <a:rPr lang="en-US" dirty="0"/>
              <a:t>Document verification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Benefits</a:t>
            </a:r>
          </a:p>
          <a:p>
            <a:pPr lvl="1"/>
            <a:r>
              <a:rPr lang="en-US" dirty="0"/>
              <a:t>Saves time, reduces errors, cuts manpower cost.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Personalized 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80520"/>
            <a:ext cx="6347714" cy="4360844"/>
          </a:xfrm>
        </p:spPr>
        <p:txBody>
          <a:bodyPr/>
          <a:lstStyle/>
          <a:p>
            <a:r>
              <a:rPr dirty="0"/>
              <a:t>Tailored investment plans</a:t>
            </a:r>
          </a:p>
          <a:p>
            <a:pPr lvl="1"/>
            <a:r>
              <a:rPr dirty="0"/>
              <a:t>Smart spending insights</a:t>
            </a:r>
          </a:p>
          <a:p>
            <a:pPr lvl="1"/>
            <a:r>
              <a:rPr dirty="0"/>
              <a:t>Custom offers and notifications</a:t>
            </a:r>
          </a:p>
          <a:p>
            <a:pPr lvl="1"/>
            <a:r>
              <a:rPr dirty="0"/>
              <a:t>Boosts customer satisfaction</a:t>
            </a: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Benefits</a:t>
            </a:r>
          </a:p>
          <a:p>
            <a:pPr lvl="1"/>
            <a:r>
              <a:rPr lang="en-US" dirty="0"/>
              <a:t>Enhanced customer experience → higher satisfaction.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Enhancement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68162"/>
            <a:ext cx="6347714" cy="4373201"/>
          </a:xfrm>
        </p:spPr>
        <p:txBody>
          <a:bodyPr/>
          <a:lstStyle/>
          <a:p>
            <a:r>
              <a:rPr dirty="0"/>
              <a:t>Detects cyber threats faster than humans</a:t>
            </a:r>
          </a:p>
          <a:p>
            <a:pPr lvl="1"/>
            <a:r>
              <a:rPr dirty="0"/>
              <a:t>Identifies malware &amp; unauthorized access</a:t>
            </a:r>
          </a:p>
          <a:p>
            <a:pPr lvl="1"/>
            <a:r>
              <a:rPr dirty="0"/>
              <a:t>Monitors network anomalies</a:t>
            </a: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Benefits</a:t>
            </a:r>
          </a:p>
          <a:p>
            <a:pPr lvl="1"/>
            <a:r>
              <a:rPr lang="en-US" dirty="0"/>
              <a:t>Stronger protection for bank data.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Analytics for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Forecasts loan demand &amp; cash flow</a:t>
            </a:r>
            <a:endParaRPr lang="en-US" dirty="0"/>
          </a:p>
          <a:p>
            <a:pPr lvl="1"/>
            <a:r>
              <a:rPr lang="en-US" dirty="0"/>
              <a:t>Predicts customer churn</a:t>
            </a:r>
          </a:p>
          <a:p>
            <a:pPr lvl="1"/>
            <a:r>
              <a:rPr lang="en-US" dirty="0"/>
              <a:t>Assesses market risks for better decisions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Benefits</a:t>
            </a:r>
          </a:p>
          <a:p>
            <a:pPr lvl="1"/>
            <a:r>
              <a:rPr lang="en-US" dirty="0"/>
              <a:t>Better decision-making at the management level.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Back-Office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42304"/>
            <a:ext cx="6347714" cy="4299060"/>
          </a:xfrm>
        </p:spPr>
        <p:txBody>
          <a:bodyPr/>
          <a:lstStyle/>
          <a:p>
            <a:r>
              <a:rPr dirty="0"/>
              <a:t>AI handles data entry &amp; reconciliation</a:t>
            </a:r>
          </a:p>
          <a:p>
            <a:pPr lvl="1"/>
            <a:r>
              <a:rPr dirty="0"/>
              <a:t>Automates reporting</a:t>
            </a:r>
          </a:p>
          <a:p>
            <a:pPr lvl="1"/>
            <a:r>
              <a:rPr lang="en-US" dirty="0"/>
              <a:t>Employees focus on high-value tasks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80288-201C-4B79-9357-DFCFEAB3E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8088E-ED8D-467D-A6D2-DB860345B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68162"/>
            <a:ext cx="6347714" cy="437320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Fraud Detection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AI monitors transactions in real time to instantly detect and prevent fraud.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Customer Support: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AI chatbots handle routine banking queries 24/7, reducing customer wait time.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Risk Assessment: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AI improves credit scoring by analyzing financial and behavioral data.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AI + RPA Automation: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AI and RPA automate repetitive banking tasks, reducing errors and manual effort.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Personalized Banking: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AI offers customized financial advice and product recommendations.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Cybersecurity: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AI detects cyber threats early and secures banking systems.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Predictive Analytics: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AI forecasts customer behavior and market trends for better decisions.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Back-Office Automation: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AI streamlines data entry and reporting to improve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186447688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</TotalTime>
  <Words>385</Words>
  <Application>Microsoft Office PowerPoint</Application>
  <PresentationFormat>On-screen Show (4:3)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Facet</vt:lpstr>
      <vt:lpstr>How AI is helpful in Banking ?</vt:lpstr>
      <vt:lpstr>Fraud Detection &amp; Prevention</vt:lpstr>
      <vt:lpstr>Automated Customer Support (Chatbots)</vt:lpstr>
      <vt:lpstr>Risk Assessment &amp; Credit Scoring</vt:lpstr>
      <vt:lpstr>AI + RPA = Operational Efficiency</vt:lpstr>
      <vt:lpstr>Personalized Banking</vt:lpstr>
      <vt:lpstr>Cybersecurity Enhancement</vt:lpstr>
      <vt:lpstr>Predictive Analytics for Business</vt:lpstr>
      <vt:lpstr>Back-Office Automation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Banking</dc:title>
  <dc:subject/>
  <dc:creator/>
  <cp:keywords/>
  <dc:description>generated using python-pptx</dc:description>
  <cp:lastModifiedBy>Abdul</cp:lastModifiedBy>
  <cp:revision>20</cp:revision>
  <dcterms:created xsi:type="dcterms:W3CDTF">2013-01-27T09:14:16Z</dcterms:created>
  <dcterms:modified xsi:type="dcterms:W3CDTF">2025-11-19T07:09:10Z</dcterms:modified>
  <cp:category/>
</cp:coreProperties>
</file>